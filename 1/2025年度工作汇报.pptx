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19695" y="-1371600"/>
            <a:ext cx="6400800" cy="640080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2025年度工作汇报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前端开发  ·  宁德时代储能板块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91840"/>
            <a:ext cx="228600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汇报人：张工  |  2025年12月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CONFIDENTIAL · 宁德时代新能源科技股份有限公司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目  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81328"/>
            <a:ext cx="384048" cy="384048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4996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工作概述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岗位职责与团队背景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58568"/>
            <a:ext cx="384048" cy="384048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768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核心项目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87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Eswin 售前储能管理系统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035808"/>
            <a:ext cx="384048" cy="384048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0540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完成状况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64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交付指标与数据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813048"/>
            <a:ext cx="384048" cy="384048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831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项目亮点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422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技术突破与业务价值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590288"/>
            <a:ext cx="384048" cy="384048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6085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不足与反思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19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问题分析与改进方向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367528"/>
            <a:ext cx="384048" cy="384048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3858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明年计划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96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2026 年目标与规划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岗位概述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Role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29184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73152" cy="25603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职位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前端开发工程师（高级）</a:t>
            </a:r>
          </a:p>
          <a:p>
            <a:pPr>
              <a:spcAft>
                <a:spcPts val="20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宁德时代 · 储能事业部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25603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主要职责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负责储能业务线 B 端管理系统前端架构与开发</a:t>
            </a:r>
          </a:p>
          <a:p>
            <a:pPr>
              <a:spcAft>
                <a:spcPts val="20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构建可复用业务组件库，提升团队开发效率</a:t>
            </a:r>
          </a:p>
          <a:p>
            <a:pPr>
              <a:spcAft>
                <a:spcPts val="20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前端工程化建设：CI/CD、代码规范、自动化测试</a:t>
            </a:r>
          </a:p>
          <a:p>
            <a:pPr>
              <a:spcAft>
                <a:spcPts val="20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与产品、后端团队协作，推进项目高质量交付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29184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371600"/>
            <a:ext cx="73152" cy="25603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技术领域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65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React / TypeScript / Ant Design Pro</a:t>
            </a:r>
          </a:p>
          <a:p>
            <a:pPr>
              <a:spcAft>
                <a:spcPts val="20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中后台系统 · 表单引擎 · 数据可视化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核心项目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Core Project  ·  Eswin 售前储能管理系统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4754880" cy="457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  <a:r>
              <a:t>Eswin 售前储能管理系统是面向宁德时代售前团队的</a:t>
            </a: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  <a:r>
              <a:t>一站式储能方案配置与管理平台。系统支持从客户需求</a:t>
            </a: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  <a:r>
              <a:t>采集、储能方案智能配置、技术提案自动生成，到报价</a:t>
            </a: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  <a:r>
              <a:t>辅助决策的完整售前业务闭环。</a:t>
            </a: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  <a:r>
              <a:t>作为项目核心前端开发，我负责整体前端架构设计、</a:t>
            </a: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  <a:r>
              <a:t>复杂表单引擎开发、组件库建设及前端工程化落地。</a:t>
            </a: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  <a:r>
              <a:t>项目周期：2024 Q4 – 2025 Q3（已交付）</a:t>
            </a:r>
          </a:p>
          <a:p>
            <a:pPr>
              <a:spcAft>
                <a:spcPts val="2200"/>
              </a:spcAft>
              <a:defRPr sz="1400">
                <a:solidFill>
                  <a:srgbClr val="1D1D1F"/>
                </a:solidFill>
                <a:latin typeface="Microsoft YaHei"/>
              </a:defRPr>
            </a:pPr>
            <a:r>
              <a:t>团队规模：前端 3 人，整体 15 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23774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6 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核心功能模块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371600"/>
            <a:ext cx="23774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C759"/>
                </a:solidFill>
                <a:latin typeface="Microsoft YaHei"/>
              </a:defRPr>
            </a:pPr>
            <a:r>
              <a:rPr a:eaTypeface="Microsoft YaHei"/>
              <a:t>12 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版本迭代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017520"/>
            <a:ext cx="23774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154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500"/>
                </a:solidFill>
                <a:latin typeface="Microsoft YaHei"/>
              </a:defRPr>
            </a:pPr>
            <a:r>
              <a:rPr a:eaTypeface="Microsoft YaHei"/>
              <a:t>~8 万行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前端代码量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3017520"/>
            <a:ext cx="23774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154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C759"/>
                </a:solidFill>
                <a:latin typeface="Microsoft YaHei"/>
              </a:defRPr>
            </a:pPr>
            <a:r>
              <a:rPr a:eaTypeface="Microsoft YaHei"/>
              <a:t>98%+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Bug 修复率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663440"/>
            <a:ext cx="23774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800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C759"/>
                </a:solidFill>
                <a:latin typeface="Microsoft YaHei"/>
              </a:defRPr>
            </a:pPr>
            <a:r>
              <a:rPr a:eaTypeface="Microsoft YaHei"/>
              <a:t>0 事故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349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线上运行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4663440"/>
            <a:ext cx="23774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800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V1.0 如期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349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交付里程碑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029200" cy="1645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91640"/>
            <a:ext cx="164592" cy="164592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核心框架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031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React 18 + TypeScript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Ant Design Pro v5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29200" cy="1645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91640"/>
            <a:ext cx="164592" cy="164592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状态管理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031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Zustand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React Query (TanStack)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91840"/>
            <a:ext cx="5029200" cy="1645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520440"/>
            <a:ext cx="164592" cy="164592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74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构建工具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319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Vite 5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pnpm Workspace (Monorepo)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91840"/>
            <a:ext cx="5029200" cy="1645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3520440"/>
            <a:ext cx="164592" cy="164592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474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工程化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319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ESLint + Prettier + Stylelint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Husky + lint-staged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GitLab CI/CD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20640"/>
            <a:ext cx="5029200" cy="1645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5349240"/>
            <a:ext cx="164592" cy="164592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3035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质量保障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7607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Jest + Testing Library (75%+)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Playwright E2E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▸  Storybook 组件文档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功能模块交付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Delivered Feature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338328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储能方案配置引擎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JSON Schema 驱动的复杂表单系统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支持动态字段、条件渲染、交叉校验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00400"/>
            <a:ext cx="18288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186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独立负责前端架构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80160"/>
            <a:ext cx="338328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技术提案生成模块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模板引擎 + Word / PDF 导出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支持复杂嵌套表格与图表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200400"/>
            <a:ext cx="18288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2186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核心开发 + 导出引擎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38328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客户需求管理系统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全生命周期需求追踪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工作流引擎 + 协作通知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200400"/>
            <a:ext cx="18288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2186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功能模块负责人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931920"/>
            <a:ext cx="338328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产品数据库与选型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储能产品参数库 + 智能推荐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性能优化：万级数据流畅交互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852160"/>
            <a:ext cx="18288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8704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主导优化与组件抽象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931920"/>
            <a:ext cx="338328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权限与角色管理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RBAC 权限体系 + 动态路由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按钮级权限控制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5852160"/>
            <a:ext cx="18288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58704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架构设计与实现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931920"/>
            <a:ext cx="338328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数据看板与分析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ECharts 可视化 + 实时数据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多维度业务指标展示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5852160"/>
            <a:ext cx="18288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58704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独立开发交付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项目完成状况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Project Delivery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487" y="1371600"/>
            <a:ext cx="320040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487" y="1508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C759"/>
                </a:solidFill>
                <a:latin typeface="Microsoft YaHei"/>
              </a:defRPr>
            </a:pPr>
            <a:r>
              <a:rPr a:eaTypeface="Microsoft YaHei"/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2148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整体进度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按时完成全部里程碑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1371600"/>
            <a:ext cx="320040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1508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2148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核心模块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已交付上线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1807" y="1371600"/>
            <a:ext cx="320040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1807" y="1508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500"/>
                </a:solidFill>
                <a:latin typeface="Microsoft YaHei"/>
              </a:defRPr>
            </a:pPr>
            <a:r>
              <a:rPr a:eaTypeface="Microsoft YaHei"/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1807" y="2148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正式版本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迭代发布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3566160"/>
            <a:ext cx="23774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327" y="3657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98%+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327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P0/P1 Bug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48h 内关闭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5527" y="3566160"/>
            <a:ext cx="23774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527" y="3657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75%+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5527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单元测试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覆盖率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566160"/>
            <a:ext cx="23774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8727" y="3657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92分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Lighthouse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性能评分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1927" y="3566160"/>
            <a:ext cx="23774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1927" y="3657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1927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打包体积</a:t>
            </a:r>
          </a:p>
          <a:p>
            <a:pPr>
              <a:spcAft>
                <a:spcPts val="1600"/>
              </a:spcAft>
              <a:defRPr sz="1100">
                <a:solidFill>
                  <a:srgbClr val="86868B"/>
                </a:solidFill>
                <a:latin typeface="Microsoft YaHei"/>
              </a:defRPr>
            </a:pPr>
            <a:r>
              <a:t>缩减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▸  V1.0 提前 2 周交付，支撑重要客户技术评审  |  V1.5 性能优化专项完成，系统响应提升 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项目亮点（一）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Technical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9875520" cy="15544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73152" cy="15544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复杂表单引擎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设计声明式 JSON Schema 驱动的表单引擎，将配置器开发效率提升 60%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支持动态字段渲染、条件显隐、跨字段联动校验、自定义组件注册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已应用于全部 6 个配置类模块，零重复代码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54680"/>
            <a:ext cx="9875520" cy="15544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73152" cy="15544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共享组件库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构建 30+ 业务组件（储能领域定制），被 2 个兄弟项目复用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配套 Storybook 文档 + 80% 单元测试覆盖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统一视觉规范，消除各模块 UI 不一致问题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37760"/>
            <a:ext cx="9875520" cy="15544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937760"/>
            <a:ext cx="73152" cy="15544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提案导出引擎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0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模板驱动的 Word / PDF 导出系统，支持复杂嵌套表格与 ECharts 图表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服务端渲染兜底方案，大文件导出稳定性 99.9%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 客户侧提案生成从 2 天缩短至 30 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项目亮点（二）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Engineering &amp;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475488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⚡  性能优化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Lighthouse 评分：45 → 92（+104%）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首屏加载：3.2s → 1.1s（-66%）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打包体积：4.8MB → 2.9MB（-40%）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关键措施：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路由级代码分割 + 组件懒加载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虚拟滚动处理万级表格数据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图片 WebP 自适应 + 懒加载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Tree Shaking + CDN 外链依赖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475488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🔧  工程化建设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659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CI/CD 流水线（GitLab CI）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自动 Lint → Test → Build → Deploy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MR 自动部署预览环境，提升 Review 效率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代码规范体系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ESLint + Prettier + Stylelint 统一规范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Husky pre-commit 拦截不规范代码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• 自动生成 Changelog + 版本管理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成果：代码 Review 覆盖率 100%</a:t>
            </a:r>
          </a:p>
          <a:p>
            <a:pPr>
              <a:spcAft>
                <a:spcPts val="1800"/>
              </a:spcAft>
              <a:defRPr sz="1300">
                <a:solidFill>
                  <a:srgbClr val="86868B"/>
                </a:solidFill>
                <a:latin typeface="Microsoft YaHei"/>
              </a:defRPr>
            </a:pPr>
            <a:r>
              <a:t>线上事故率 0，交付质量显著提升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不足与反思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Shortcomings &amp; Reflections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48463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4846320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500"/>
                </a:solidFill>
                <a:latin typeface="Microsoft YaHei"/>
              </a:defRPr>
            </a:pPr>
            <a:r>
              <a:rPr a:eaTypeface="Microsoft YaHei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自动化测试不足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86868B"/>
                </a:solidFill>
                <a:latin typeface="Microsoft YaHei"/>
              </a:defRPr>
            </a:pPr>
            <a:r>
              <a:t>•  E2E 测试覆盖偏低，核心流程缺乏回归保障</a:t>
            </a:r>
          </a:p>
          <a:p>
            <a:pPr>
              <a:spcAft>
                <a:spcPts val="1800"/>
              </a:spcAft>
              <a:defRPr sz="1200">
                <a:solidFill>
                  <a:srgbClr val="86868B"/>
                </a:solidFill>
                <a:latin typeface="Microsoft YaHei"/>
              </a:defRPr>
            </a:pPr>
            <a:r>
              <a:t>•  已在 Q4 引入 Playwright，计划明年补齐关键路径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48463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371600"/>
            <a:ext cx="4846320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500"/>
                </a:solidFill>
                <a:latin typeface="Microsoft YaHei"/>
              </a:defRPr>
            </a:pPr>
            <a:r>
              <a:rPr a:eaTypeface="Microsoft YaHei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技术债务积累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86868B"/>
                </a:solidFill>
                <a:latin typeface="Microsoft YaHei"/>
              </a:defRPr>
            </a:pPr>
            <a:r>
              <a:t>•  部分早期模块存在代码耦合，重构优先级待排期</a:t>
            </a:r>
          </a:p>
          <a:p>
            <a:pPr>
              <a:spcAft>
                <a:spcPts val="1800"/>
              </a:spcAft>
              <a:defRPr sz="1200">
                <a:solidFill>
                  <a:srgbClr val="86868B"/>
                </a:solidFill>
                <a:latin typeface="Microsoft YaHei"/>
              </a:defRPr>
            </a:pPr>
            <a:r>
              <a:t>•  表单引擎 TypeScript 类型推导仍有优化空间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48463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657600"/>
            <a:ext cx="4846320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500"/>
                </a:solidFill>
                <a:latin typeface="Microsoft YaHei"/>
              </a:defRPr>
            </a:pPr>
            <a:r>
              <a:rPr a:eaTypeface="Microsoft YaHei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40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文档沉淀滞后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519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86868B"/>
                </a:solidFill>
                <a:latin typeface="Microsoft YaHei"/>
              </a:defRPr>
            </a:pPr>
            <a:r>
              <a:t>•  组件库文档更新不及时，新人上手成本偏高</a:t>
            </a:r>
          </a:p>
          <a:p>
            <a:pPr>
              <a:spcAft>
                <a:spcPts val="1800"/>
              </a:spcAft>
              <a:defRPr sz="1200">
                <a:solidFill>
                  <a:srgbClr val="86868B"/>
                </a:solidFill>
                <a:latin typeface="Microsoft YaHei"/>
              </a:defRPr>
            </a:pPr>
            <a:r>
              <a:t>•  后续将文档更新纳入 Definition of 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657600"/>
            <a:ext cx="48463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657600"/>
            <a:ext cx="4846320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500"/>
                </a:solidFill>
                <a:latin typeface="Microsoft YaHei"/>
              </a:defRPr>
            </a:pPr>
            <a:r>
              <a:rPr a:eaTypeface="Microsoft YaHei"/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40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跨团队协作效率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2519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86868B"/>
                </a:solidFill>
                <a:latin typeface="Microsoft YaHei"/>
              </a:defRPr>
            </a:pPr>
            <a:r>
              <a:t>•  后端接口文档不规范导致联调返工</a:t>
            </a:r>
          </a:p>
          <a:p>
            <a:pPr>
              <a:spcAft>
                <a:spcPts val="1800"/>
              </a:spcAft>
              <a:defRPr sz="1200">
                <a:solidFill>
                  <a:srgbClr val="86868B"/>
                </a:solidFill>
                <a:latin typeface="Microsoft YaHei"/>
              </a:defRPr>
            </a:pPr>
            <a:r>
              <a:t>•  已推动团队引入 Swagger / OpenAPI 规范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2026 年工作计划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Next Year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9875520" cy="11887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600200"/>
            <a:ext cx="457200" cy="457200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Eswin V2.0 架构升级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3736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▸ 微前端改造（Module Federation），支持多租户    ▸ 接入 AI 辅助配置推荐能力    ▸ 移动端适配（储能现场勘查场景）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9875520" cy="11887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34C759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900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技术深度提升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0896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▸ 深入 Next.js SSR/SSG 服务端渲染方案    ▸ 探索 WebAssembly 在计算密集型场景的应用    ▸ 关注 React Server Components 生态演进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23360"/>
            <a:ext cx="9875520" cy="11887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343400"/>
            <a:ext cx="457200" cy="457200"/>
          </a:xfrm>
          <a:prstGeom prst="ellipse">
            <a:avLst/>
          </a:prstGeom>
          <a:solidFill>
            <a:srgbClr val="FF9500"/>
          </a:solidFill>
          <a:ln w="1905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616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质量体系建设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48056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▸ E2E 测试覆盖核心业务流程 100%    ▸ 单元测试覆盖率提升至 85%+    ▸ 接入前端性能监控（Sentry + 自研）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94960"/>
            <a:ext cx="9875520" cy="11887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715000"/>
            <a:ext cx="457200" cy="457200"/>
          </a:xfrm>
          <a:prstGeom prst="ellipse">
            <a:avLst/>
          </a:prstGeom>
          <a:solidFill>
            <a:srgbClr val="007A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332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团队贡献与成长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5216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▸ 每月 1 次前端技术分享，输出 2 篇技术博客    ▸ 完善脚手架工具，降低新项目启动成本    ▸ 参与面试与新人导师计划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09847" y="1371600"/>
            <a:ext cx="4572000" cy="457200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D1D1F"/>
                </a:solidFill>
                <a:latin typeface="Microsoft YaHei"/>
              </a:defRPr>
            </a:pPr>
            <a:r>
              <a:rPr a:eaTypeface="Microsoft YaHei"/>
              <a:t>感谢团队的信任与支持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2026 年，继续深耕储能赛道，用技术驱动业务价值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4114800"/>
            <a:ext cx="2743200" cy="2743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FF"/>
                </a:solidFill>
                <a:latin typeface="Microsoft YaHei"/>
              </a:defRPr>
            </a:pPr>
            <a:r>
              <a:rPr a:eaTypeface="Microsoft YaHei"/>
              <a:t>谢谢！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宁德时代新能源科技股份有限公司  ·  储能事业部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6868B"/>
                </a:solidFill>
                <a:latin typeface="Microsoft YaHei"/>
              </a:defRPr>
            </a:pPr>
            <a:r>
              <a:rPr a:eaTypeface="Microsoft YaHei"/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